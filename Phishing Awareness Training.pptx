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agan afrane" userId="e1c8c0bc18956406" providerId="LiveId" clId="{BBFE77A6-5517-4874-B2D6-5B0DBAA7D1C6}"/>
    <pc:docChg chg="modSld">
      <pc:chgData name="reagan afrane" userId="e1c8c0bc18956406" providerId="LiveId" clId="{BBFE77A6-5517-4874-B2D6-5B0DBAA7D1C6}" dt="2025-05-16T13:22:47.356" v="33" actId="20577"/>
      <pc:docMkLst>
        <pc:docMk/>
      </pc:docMkLst>
      <pc:sldChg chg="modSp mod">
        <pc:chgData name="reagan afrane" userId="e1c8c0bc18956406" providerId="LiveId" clId="{BBFE77A6-5517-4874-B2D6-5B0DBAA7D1C6}" dt="2025-05-16T13:20:23.037" v="9" actId="20577"/>
        <pc:sldMkLst>
          <pc:docMk/>
          <pc:sldMk cId="0" sldId="258"/>
        </pc:sldMkLst>
        <pc:spChg chg="mod">
          <ac:chgData name="reagan afrane" userId="e1c8c0bc18956406" providerId="LiveId" clId="{BBFE77A6-5517-4874-B2D6-5B0DBAA7D1C6}" dt="2025-05-16T13:20:23.037" v="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eagan afrane" userId="e1c8c0bc18956406" providerId="LiveId" clId="{BBFE77A6-5517-4874-B2D6-5B0DBAA7D1C6}" dt="2025-05-16T13:20:43.045" v="17" actId="20577"/>
        <pc:sldMkLst>
          <pc:docMk/>
          <pc:sldMk cId="0" sldId="259"/>
        </pc:sldMkLst>
        <pc:spChg chg="mod">
          <ac:chgData name="reagan afrane" userId="e1c8c0bc18956406" providerId="LiveId" clId="{BBFE77A6-5517-4874-B2D6-5B0DBAA7D1C6}" dt="2025-05-16T13:20:43.045" v="17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eagan afrane" userId="e1c8c0bc18956406" providerId="LiveId" clId="{BBFE77A6-5517-4874-B2D6-5B0DBAA7D1C6}" dt="2025-05-16T13:22:38.277" v="25" actId="20577"/>
        <pc:sldMkLst>
          <pc:docMk/>
          <pc:sldMk cId="0" sldId="261"/>
        </pc:sldMkLst>
        <pc:spChg chg="mod">
          <ac:chgData name="reagan afrane" userId="e1c8c0bc18956406" providerId="LiveId" clId="{BBFE77A6-5517-4874-B2D6-5B0DBAA7D1C6}" dt="2025-05-16T13:22:38.277" v="25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reagan afrane" userId="e1c8c0bc18956406" providerId="LiveId" clId="{BBFE77A6-5517-4874-B2D6-5B0DBAA7D1C6}" dt="2025-05-16T13:22:47.356" v="33" actId="20577"/>
        <pc:sldMkLst>
          <pc:docMk/>
          <pc:sldMk cId="0" sldId="262"/>
        </pc:sldMkLst>
        <pc:spChg chg="mod">
          <ac:chgData name="reagan afrane" userId="e1c8c0bc18956406" providerId="LiveId" clId="{BBFE77A6-5517-4874-B2D6-5B0DBAA7D1C6}" dt="2025-05-16T13:22:47.356" v="33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how to identify and protect against phishing attacks.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type of cyberattack where attackers impersonate legitimate institutions to steal sensitive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Email phishing</a:t>
            </a:r>
          </a:p>
          <a:p>
            <a:r>
              <a:rPr dirty="0"/>
              <a:t>Spear phishing</a:t>
            </a:r>
          </a:p>
          <a:p>
            <a:r>
              <a:rPr dirty="0"/>
              <a:t>Whaling</a:t>
            </a:r>
          </a:p>
          <a:p>
            <a:r>
              <a:rPr dirty="0"/>
              <a:t>Smishing (SMS phishing)</a:t>
            </a:r>
          </a:p>
          <a:p>
            <a:r>
              <a:rPr dirty="0"/>
              <a:t>Vishing (voice phishing)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Signs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Urgent or threatening language</a:t>
            </a:r>
          </a:p>
          <a:p>
            <a:r>
              <a:rPr dirty="0"/>
              <a:t>Suspicious links or attachments</a:t>
            </a:r>
          </a:p>
          <a:p>
            <a:r>
              <a:rPr dirty="0"/>
              <a:t>Unusual sender email address</a:t>
            </a:r>
          </a:p>
          <a:p>
            <a:r>
              <a:rPr dirty="0"/>
              <a:t>Spelling and grammar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Subject: Urgent - Your account is at risk!</a:t>
            </a:r>
          </a:p>
          <a:p>
            <a:r>
              <a:t>From: support@amaz0n.com</a:t>
            </a:r>
          </a:p>
          <a:p>
            <a:r>
              <a:t>Content: Click here to reset your password.</a:t>
            </a:r>
          </a:p>
          <a:p>
            <a:r>
              <a:t>Red flags: Fake domain, urgent tone.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Protect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Don’t click unknown links</a:t>
            </a:r>
          </a:p>
          <a:p>
            <a:r>
              <a:rPr dirty="0"/>
              <a:t>Verify sender identity</a:t>
            </a:r>
          </a:p>
          <a:p>
            <a:r>
              <a:rPr dirty="0"/>
              <a:t>Use anti-phishing tools</a:t>
            </a:r>
          </a:p>
          <a:p>
            <a:r>
              <a:rPr dirty="0"/>
              <a:t>Report suspicious emails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If You Clicked a Phishing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Disconnect from internet</a:t>
            </a:r>
          </a:p>
          <a:p>
            <a:r>
              <a:rPr dirty="0"/>
              <a:t>Change your passwords</a:t>
            </a:r>
          </a:p>
          <a:p>
            <a:r>
              <a:rPr dirty="0"/>
              <a:t>Run antivirus software</a:t>
            </a:r>
          </a:p>
          <a:p>
            <a:r>
              <a:rPr dirty="0"/>
              <a:t>Report to IT or security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alert and always verify before clicking.</a:t>
            </a:r>
          </a:p>
          <a:p>
            <a:r>
              <a:t>Think before you click!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165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Phishing Awareness Training</vt:lpstr>
      <vt:lpstr>What is Phishing?</vt:lpstr>
      <vt:lpstr>Types of Phishing</vt:lpstr>
      <vt:lpstr>Common Signs of Phishing</vt:lpstr>
      <vt:lpstr>Real-life Example</vt:lpstr>
      <vt:lpstr>How to Protect Yourself</vt:lpstr>
      <vt:lpstr>What To Do If You Clicked a Phishing Link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reagan afrane</cp:lastModifiedBy>
  <cp:revision>2</cp:revision>
  <dcterms:created xsi:type="dcterms:W3CDTF">2013-01-27T09:14:16Z</dcterms:created>
  <dcterms:modified xsi:type="dcterms:W3CDTF">2025-05-18T14:23:28Z</dcterms:modified>
  <cp:category/>
</cp:coreProperties>
</file>